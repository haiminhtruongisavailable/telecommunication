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A4648-F636-2F10-1256-99024182B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02BC-BA3E-5521-3DF3-4F9DF2FE9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155DD-0836-2421-7F51-02820A65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C2B02-E312-F9B8-4EC2-79EF49368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3B7B0-8984-BE3E-4C74-4D33B526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C39D-DE4E-E426-9F35-BCF34AF8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2C140-A97D-34CC-0315-A8AE9EA86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20A10-88AA-7C00-C790-A606122B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1DCEC-FC5D-86A5-4865-2155B3F3A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2699C-EA26-E72F-A351-33ACEAF5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0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7B5A-0756-BFE4-C456-26B7A7AC3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9F645-3E14-3415-D42A-BDE969129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D316E-236F-B672-FFA6-682F0B42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8D3BC-852B-950F-7666-B2CA2E18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273E-2C45-15C2-7784-FEEF4FFD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3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34EF-D348-5828-4E49-9A2E561E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C3123-0BAB-122E-A909-B0A5A65F2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8F4F8-3012-DFA0-7DC9-67DC1AFD5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C20CB-7BE0-D448-9574-0F5183D5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DEB32-FC41-BF9F-AC8F-71C91D611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B459B-68AF-5B40-0713-CF2DF057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43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39F2-69E8-EEC7-D3E0-FE669C13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B1841-9CDB-DE8D-F50D-45506A873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35BF4-0FFB-E988-B96F-BA6CAF703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340CED-EC4A-17CD-8CF0-1C6DC5865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FEBDB-BADA-15ED-E1C9-3A07B6471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870BF-95BF-D71F-1011-FC7196D4A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FAD61-8439-4362-77BD-390AAB35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F7897-013B-89C1-7665-14F61B3D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9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9D94-FC8D-A3BA-9DFD-EE4B2134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1E8E01-C829-5647-556E-EAFD41FA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2AF7B-8214-B0F1-B59A-44EDB79B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DE67-D48E-EB20-80CC-3D0BE69E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29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E48B-02B3-59FD-8E38-787C006A2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FA7B4-DD4A-0DE1-C44A-6C9DD370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9FD9D-61D4-F65E-7B61-A3964178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0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91F5-DF1A-4C9C-E163-38070524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446A7-B5FE-46DE-15C5-D5BB8B33A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FB46A-62C2-8125-0667-5ACBEAC2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1201C-1691-DA71-4655-26114516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378D4-9A3F-9E1D-7A19-5A021A6D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BF03A-E865-723C-53E2-8EFC7EF0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9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D439-3B7E-A3B5-0BD8-B821A073A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07A402-B1D2-74BA-62DB-5FEF5FFD2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8691A-7ABE-2364-8452-18EFF95C7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0BDB3-A635-9517-7FD5-F2FD346F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E7FF1-F329-A81C-CD52-B1A3B782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DA57-00DC-8E46-F763-E63A27AF2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A603-150E-07FB-6EB3-38A0ACCD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39089-B9AF-DA77-13E6-6EF37C0BE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66E55-A36F-1D83-AE17-B2AD8B041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EC436-18B4-E5D6-F5B3-913DE21F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FE14E-191F-8C93-8BC6-CC30B48A0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E3F0A-DE2D-74A6-021E-6FFAFBAC5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21588-B8A1-E97E-1652-6E4F5EA47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D1B3-5016-B227-6F9C-B2949DC8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92FAE-556C-C4E8-0312-F14875DB9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FA299-4C8F-19B4-77E0-43A6E861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6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3FFFF-CA63-A859-57F9-7593C7CB4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1EDE7-D3EB-5D4F-1064-8BC2FF276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7DFC5-B8ED-1FB0-B36D-1E824D813B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83230-6E6E-426E-BF4B-A1050B5C53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5D8F8-9BBB-700A-4520-E29684E48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EF0B0-12BB-27E1-2F7A-F9D3B5834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0632E-C0A5-4101-A481-7CBD66C6E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1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0A2B-7008-9FB2-BE16-3E1B269636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09FA1-EA07-A368-4AD1-F4E4B79302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8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BCC0-8EB2-49BA-6EA5-4F780FE3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A775-85DF-70EF-3D81-1F099AB26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11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DEF9-C746-7686-92CA-2B2B272F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A2148-8568-E4ED-8FA4-2868BB0ED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24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DD35-C991-D534-FF29-3E082D27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93A7B-33DB-B0CE-142B-F0362172A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76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926AC-FFC4-BF84-6983-49CD5077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BFD74-C3E6-364C-E467-A7897414E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52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1. Context</vt:lpstr>
      <vt:lpstr>2. System model</vt:lpstr>
      <vt:lpstr>3. Problem formulation</vt:lpstr>
      <vt:lpstr>4.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Truong Hai Minh</dc:creator>
  <cp:lastModifiedBy>Truong Hai Minh</cp:lastModifiedBy>
  <cp:revision>1</cp:revision>
  <dcterms:created xsi:type="dcterms:W3CDTF">2026-06-10T03:21:50Z</dcterms:created>
  <dcterms:modified xsi:type="dcterms:W3CDTF">2026-06-10T03:22:26Z</dcterms:modified>
</cp:coreProperties>
</file>